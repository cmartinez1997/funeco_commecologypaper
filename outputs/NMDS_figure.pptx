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61" r:id="rId2"/>
    <p:sldId id="262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60"/>
    <p:restoredTop sz="94695"/>
  </p:normalViewPr>
  <p:slideViewPr>
    <p:cSldViewPr snapToGrid="0">
      <p:cViewPr>
        <p:scale>
          <a:sx n="51" d="100"/>
          <a:sy n="51" d="100"/>
        </p:scale>
        <p:origin x="2648" y="1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6E7649-A075-9849-8836-20438D51399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F7C7A5-A7F9-CA41-8741-C05E7BC26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8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F9EBE-B90D-95F5-15CC-8396528A5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4AA3B-6EF4-85B6-A1DE-B34469D34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25A8A1-E1CA-C450-401E-86E4412739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D5DBD-3B7C-5888-D8D8-0EC62D197C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F7C7A5-A7F9-CA41-8741-C05E7BC260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319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B2218-FDE5-62D8-D795-0E51E31AD7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99B3DD-7FAA-188C-5736-CE078E7F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021780-14C7-F649-BE92-D7416B645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2F53E-8C6D-A50D-C46B-D80870930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FFF58-D444-F305-2EBB-45FF700CE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89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278DE-4896-6752-7A0B-6BC15CF70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EB9C-676D-3FDA-705A-3AEC659FD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5EF933-B7F5-AC48-9373-FCC369126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CE5466-719D-21B2-7066-F85286FCC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C0F16-D8A9-3C89-8D30-1F390E913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428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78A52-8607-1EED-062D-5AB0FF74C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DC0A63-2595-57A0-81BF-D30DEA0E3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FBCFA0-ABD0-C65A-F0F8-3D6E078E2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36B7B-D98A-97F3-C504-9CD53295B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02704-A3FF-5357-08E9-723181722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334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27682-E3F2-3864-8EA6-5718CF23A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C2543-1C91-DCEF-EDD8-5C3A94FA51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C2C2BD-B6A7-F8CA-F489-0D08A5C8BC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AC2D3F-8776-90CF-801B-51C19A4E7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E085F9-AE19-2C4B-658E-2AF418011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1C4EC7-2905-82A6-C077-31897FE04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7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4A0AB-6444-1441-E858-48C7BD5E8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E8BF38-DEFF-3D09-0210-11CF134E7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BAA4DD-31B5-E7FB-BB47-100E25BCD9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42407D-4F57-804A-A6C0-EB873536E3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B4B266-035C-0C65-E5E2-0A5FD969FB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BFF083-0FB5-D224-5F73-3D0D6F542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3DB83B-75D6-6956-322F-989B4C75C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F09973-2B46-838C-F5FB-E47ED0150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58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6FAE8-560C-22DA-480B-E40363282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008388-A2D7-59C0-D7D4-C1C0272E5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BC05A-0976-9EBF-0B5E-5D3B71D39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40D23E-9654-A67C-329D-F4E7737C1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48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156E33-2E29-0DBC-3819-4EC13F3A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0E0FBB-B4BC-88A9-812B-B8AA17B3E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E6D2F-5591-6E16-4E84-48F1CABF2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424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E4AE3-ABED-7AD1-C1DB-3DEB8C157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865CE-DADC-429D-1CA5-C99E443AE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0C189F-928D-4AB0-5983-4E886D4E5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B0474-0D41-B715-3C07-D3B5A385F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636339-F877-7441-65B3-F76EE3A1E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CD5E4F-5A0D-6F53-AC0E-F4FE52134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53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5A2D0-C0AC-7AA2-C3DB-F954B9CFF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1ED042-F3E5-02FE-0684-41CCAEC10D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C7A51-BC2A-CA9E-5787-69AC5FF5E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BCF20E-63F3-6BAE-B38E-315D27959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FCC7D6-5532-846F-DD35-7D70ACE40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09371B-50B5-4567-5334-241B2A48A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682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1DEC-4291-D014-9968-ABB058B15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164BDE-3C88-102B-F85A-0FDBAE2BF6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102D1-BCA9-A71C-F13A-8EA7B83CF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CDD63-3F2C-DBAC-18A2-10E3770AC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F8CEE-9B38-E4E5-814A-F04A16A73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25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B4E49E-3638-2645-B75D-272026EBBE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FE7236-15B3-6BE1-2428-524962A5E0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19E1B9-E3A5-F828-3317-8ACAE8D48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638B7-3312-B295-55F4-9ED3BF67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74A818-8791-CC3D-5586-707F8B95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18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001E5-14C8-5FBC-D1E7-0ED93CF45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1E75E0-F070-01BB-86A5-6B27CC457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BFBA9-6862-94DA-02BA-035A3B3311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0BE709-D9C8-E34C-9A0A-EE4CF8A466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48B11-417A-5A04-8790-C3E4BA216B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25D27-2E56-A8A2-1F04-A49DE3338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137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9ED98-D3E8-DAB0-1B22-2951243F2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FA6DC73-4257-7809-4DE6-D27993770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850" y="0"/>
            <a:ext cx="2400300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EE1A491A-CA58-4BFB-4931-0268F30D1185}"/>
              </a:ext>
            </a:extLst>
          </p:cNvPr>
          <p:cNvGrpSpPr/>
          <p:nvPr/>
        </p:nvGrpSpPr>
        <p:grpSpPr>
          <a:xfrm>
            <a:off x="5106102" y="214772"/>
            <a:ext cx="1547674" cy="816962"/>
            <a:chOff x="5106102" y="214772"/>
            <a:chExt cx="1547674" cy="8169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9DF02CF-85E6-7D40-029E-2A3319AB4837}"/>
                </a:ext>
              </a:extLst>
            </p:cNvPr>
            <p:cNvSpPr txBox="1"/>
            <p:nvPr/>
          </p:nvSpPr>
          <p:spPr>
            <a:xfrm>
              <a:off x="5654634" y="214772"/>
              <a:ext cx="47481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seedmass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riangle 5">
              <a:extLst>
                <a:ext uri="{FF2B5EF4-FFF2-40B4-BE49-F238E27FC236}">
                  <a16:creationId xmlns:a16="http://schemas.microsoft.com/office/drawing/2014/main" id="{83A78FE3-80FA-ECEB-E5FA-2C01DF556F0F}"/>
                </a:ext>
              </a:extLst>
            </p:cNvPr>
            <p:cNvSpPr/>
            <p:nvPr/>
          </p:nvSpPr>
          <p:spPr>
            <a:xfrm rot="5787901">
              <a:off x="6455181" y="74916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riangle 6">
              <a:extLst>
                <a:ext uri="{FF2B5EF4-FFF2-40B4-BE49-F238E27FC236}">
                  <a16:creationId xmlns:a16="http://schemas.microsoft.com/office/drawing/2014/main" id="{DB9F6153-B4B9-2EE7-0E17-74966F19486A}"/>
                </a:ext>
              </a:extLst>
            </p:cNvPr>
            <p:cNvSpPr/>
            <p:nvPr/>
          </p:nvSpPr>
          <p:spPr>
            <a:xfrm rot="5220350">
              <a:off x="6451361" y="701650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riangle 7">
              <a:extLst>
                <a:ext uri="{FF2B5EF4-FFF2-40B4-BE49-F238E27FC236}">
                  <a16:creationId xmlns:a16="http://schemas.microsoft.com/office/drawing/2014/main" id="{3518C230-8B10-B457-9BCE-5E77ABDA76B6}"/>
                </a:ext>
              </a:extLst>
            </p:cNvPr>
            <p:cNvSpPr/>
            <p:nvPr/>
          </p:nvSpPr>
          <p:spPr>
            <a:xfrm rot="199882">
              <a:off x="5883207" y="37855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riangle 8">
              <a:extLst>
                <a:ext uri="{FF2B5EF4-FFF2-40B4-BE49-F238E27FC236}">
                  <a16:creationId xmlns:a16="http://schemas.microsoft.com/office/drawing/2014/main" id="{FD69D448-22C1-66E4-E344-3AF30D2C8A6E}"/>
                </a:ext>
              </a:extLst>
            </p:cNvPr>
            <p:cNvSpPr/>
            <p:nvPr/>
          </p:nvSpPr>
          <p:spPr>
            <a:xfrm rot="14694118">
              <a:off x="5361091" y="885444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9BA27BC-FD6A-FB9A-AF11-2C44AE87D5C5}"/>
                </a:ext>
              </a:extLst>
            </p:cNvPr>
            <p:cNvSpPr txBox="1"/>
            <p:nvPr/>
          </p:nvSpPr>
          <p:spPr>
            <a:xfrm>
              <a:off x="6341824" y="541750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sla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C9CE851-F24A-B4F8-B34E-CF3122BABAF2}"/>
                </a:ext>
              </a:extLst>
            </p:cNvPr>
            <p:cNvSpPr txBox="1"/>
            <p:nvPr/>
          </p:nvSpPr>
          <p:spPr>
            <a:xfrm>
              <a:off x="6296293" y="726819"/>
              <a:ext cx="357483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height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C774A92-84E8-2944-E96F-BB0D4DDEE764}"/>
                </a:ext>
              </a:extLst>
            </p:cNvPr>
            <p:cNvSpPr txBox="1"/>
            <p:nvPr/>
          </p:nvSpPr>
          <p:spPr>
            <a:xfrm>
              <a:off x="5106102" y="862457"/>
              <a:ext cx="531281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resprouting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7E45A47-C463-5361-56C1-9751C315A54E}"/>
              </a:ext>
            </a:extLst>
          </p:cNvPr>
          <p:cNvGrpSpPr/>
          <p:nvPr/>
        </p:nvGrpSpPr>
        <p:grpSpPr>
          <a:xfrm>
            <a:off x="5106102" y="1532397"/>
            <a:ext cx="1547674" cy="816962"/>
            <a:chOff x="5106102" y="214772"/>
            <a:chExt cx="1547674" cy="81696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9D7E9A5-8567-D274-2D1A-8C119C0E483B}"/>
                </a:ext>
              </a:extLst>
            </p:cNvPr>
            <p:cNvSpPr txBox="1"/>
            <p:nvPr/>
          </p:nvSpPr>
          <p:spPr>
            <a:xfrm>
              <a:off x="5654634" y="214772"/>
              <a:ext cx="47481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seedmass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riangle 17">
              <a:extLst>
                <a:ext uri="{FF2B5EF4-FFF2-40B4-BE49-F238E27FC236}">
                  <a16:creationId xmlns:a16="http://schemas.microsoft.com/office/drawing/2014/main" id="{3FF1E43E-C799-0824-1D1E-97AEE87338C3}"/>
                </a:ext>
              </a:extLst>
            </p:cNvPr>
            <p:cNvSpPr/>
            <p:nvPr/>
          </p:nvSpPr>
          <p:spPr>
            <a:xfrm rot="5787901">
              <a:off x="6455181" y="74916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iangle 18">
              <a:extLst>
                <a:ext uri="{FF2B5EF4-FFF2-40B4-BE49-F238E27FC236}">
                  <a16:creationId xmlns:a16="http://schemas.microsoft.com/office/drawing/2014/main" id="{420FD143-FF3B-0589-4625-55E24EBEA454}"/>
                </a:ext>
              </a:extLst>
            </p:cNvPr>
            <p:cNvSpPr/>
            <p:nvPr/>
          </p:nvSpPr>
          <p:spPr>
            <a:xfrm rot="5220350">
              <a:off x="6451361" y="701650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riangle 19">
              <a:extLst>
                <a:ext uri="{FF2B5EF4-FFF2-40B4-BE49-F238E27FC236}">
                  <a16:creationId xmlns:a16="http://schemas.microsoft.com/office/drawing/2014/main" id="{63F2E081-BA98-841E-B8EA-99FF96CD07AA}"/>
                </a:ext>
              </a:extLst>
            </p:cNvPr>
            <p:cNvSpPr/>
            <p:nvPr/>
          </p:nvSpPr>
          <p:spPr>
            <a:xfrm rot="199882">
              <a:off x="5883207" y="37855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riangle 20">
              <a:extLst>
                <a:ext uri="{FF2B5EF4-FFF2-40B4-BE49-F238E27FC236}">
                  <a16:creationId xmlns:a16="http://schemas.microsoft.com/office/drawing/2014/main" id="{A1FFAF3D-1664-88F2-1CC3-2E303044558F}"/>
                </a:ext>
              </a:extLst>
            </p:cNvPr>
            <p:cNvSpPr/>
            <p:nvPr/>
          </p:nvSpPr>
          <p:spPr>
            <a:xfrm rot="14694118">
              <a:off x="5361091" y="885444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FF2376B-5A2B-063B-77C3-9A78F0C35043}"/>
                </a:ext>
              </a:extLst>
            </p:cNvPr>
            <p:cNvSpPr txBox="1"/>
            <p:nvPr/>
          </p:nvSpPr>
          <p:spPr>
            <a:xfrm>
              <a:off x="6341824" y="541750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sla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2F62BFB-7151-1324-41F6-8F2976054EB7}"/>
                </a:ext>
              </a:extLst>
            </p:cNvPr>
            <p:cNvSpPr txBox="1"/>
            <p:nvPr/>
          </p:nvSpPr>
          <p:spPr>
            <a:xfrm>
              <a:off x="6296293" y="726819"/>
              <a:ext cx="357483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height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3E71677-716E-0053-7C51-C73A52488D9F}"/>
                </a:ext>
              </a:extLst>
            </p:cNvPr>
            <p:cNvSpPr txBox="1"/>
            <p:nvPr/>
          </p:nvSpPr>
          <p:spPr>
            <a:xfrm>
              <a:off x="5106102" y="862457"/>
              <a:ext cx="531281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resprouting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5E1164F-A30E-993A-23BB-D5F0BAA199DB}"/>
              </a:ext>
            </a:extLst>
          </p:cNvPr>
          <p:cNvSpPr txBox="1"/>
          <p:nvPr/>
        </p:nvSpPr>
        <p:spPr>
          <a:xfrm>
            <a:off x="5654034" y="2846112"/>
            <a:ext cx="47481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Arial" panose="020B0604020202020204" pitchFamily="34" charset="0"/>
                <a:cs typeface="Arial" panose="020B0604020202020204" pitchFamily="34" charset="0"/>
              </a:rPr>
              <a:t>seedmass</a:t>
            </a:r>
            <a:endParaRPr lang="en-US" sz="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riangle 35">
            <a:extLst>
              <a:ext uri="{FF2B5EF4-FFF2-40B4-BE49-F238E27FC236}">
                <a16:creationId xmlns:a16="http://schemas.microsoft.com/office/drawing/2014/main" id="{FFCC96E2-41CC-42FC-B9B4-9388F76F5B4B}"/>
              </a:ext>
            </a:extLst>
          </p:cNvPr>
          <p:cNvSpPr/>
          <p:nvPr/>
        </p:nvSpPr>
        <p:spPr>
          <a:xfrm rot="5787901">
            <a:off x="6454581" y="3380507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riangle 36">
            <a:extLst>
              <a:ext uri="{FF2B5EF4-FFF2-40B4-BE49-F238E27FC236}">
                <a16:creationId xmlns:a16="http://schemas.microsoft.com/office/drawing/2014/main" id="{61EB31C1-57B9-3306-7713-7A90131BDE20}"/>
              </a:ext>
            </a:extLst>
          </p:cNvPr>
          <p:cNvSpPr/>
          <p:nvPr/>
        </p:nvSpPr>
        <p:spPr>
          <a:xfrm rot="5220350">
            <a:off x="6453936" y="3332990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D23ECBC6-FADF-D866-B70E-24AB3DD6CCFC}"/>
              </a:ext>
            </a:extLst>
          </p:cNvPr>
          <p:cNvSpPr/>
          <p:nvPr/>
        </p:nvSpPr>
        <p:spPr>
          <a:xfrm rot="199882">
            <a:off x="5882607" y="3009897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riangle 38">
            <a:extLst>
              <a:ext uri="{FF2B5EF4-FFF2-40B4-BE49-F238E27FC236}">
                <a16:creationId xmlns:a16="http://schemas.microsoft.com/office/drawing/2014/main" id="{C1AE81A4-8AE6-29EF-88A3-30E208032720}"/>
              </a:ext>
            </a:extLst>
          </p:cNvPr>
          <p:cNvSpPr/>
          <p:nvPr/>
        </p:nvSpPr>
        <p:spPr>
          <a:xfrm rot="14694118">
            <a:off x="5360491" y="3516784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BF7BB3-47F1-9C5E-AC38-FA2B270EF36A}"/>
              </a:ext>
            </a:extLst>
          </p:cNvPr>
          <p:cNvSpPr txBox="1"/>
          <p:nvPr/>
        </p:nvSpPr>
        <p:spPr>
          <a:xfrm>
            <a:off x="6369559" y="3190523"/>
            <a:ext cx="26642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Arial" panose="020B0604020202020204" pitchFamily="34" charset="0"/>
                <a:cs typeface="Arial" panose="020B0604020202020204" pitchFamily="34" charset="0"/>
              </a:rPr>
              <a:t>sla</a:t>
            </a:r>
            <a:endParaRPr lang="en-US" sz="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1B90FB-DA5B-239E-1887-27404F6C2909}"/>
              </a:ext>
            </a:extLst>
          </p:cNvPr>
          <p:cNvSpPr txBox="1"/>
          <p:nvPr/>
        </p:nvSpPr>
        <p:spPr>
          <a:xfrm>
            <a:off x="6376477" y="3354995"/>
            <a:ext cx="35748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EAC0F4-5612-1072-9201-87E94C89DFAC}"/>
              </a:ext>
            </a:extLst>
          </p:cNvPr>
          <p:cNvSpPr txBox="1"/>
          <p:nvPr/>
        </p:nvSpPr>
        <p:spPr>
          <a:xfrm>
            <a:off x="5105502" y="3493797"/>
            <a:ext cx="53128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resprouting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240D826-74A5-E038-97FB-43D6D4A70AAD}"/>
              </a:ext>
            </a:extLst>
          </p:cNvPr>
          <p:cNvGrpSpPr/>
          <p:nvPr/>
        </p:nvGrpSpPr>
        <p:grpSpPr>
          <a:xfrm>
            <a:off x="5105337" y="4163737"/>
            <a:ext cx="1556117" cy="816962"/>
            <a:chOff x="5106102" y="214772"/>
            <a:chExt cx="1556117" cy="81696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B219BB1-AFF2-D7EF-8504-EDB49C0EE8B4}"/>
                </a:ext>
              </a:extLst>
            </p:cNvPr>
            <p:cNvSpPr txBox="1"/>
            <p:nvPr/>
          </p:nvSpPr>
          <p:spPr>
            <a:xfrm>
              <a:off x="5654634" y="214772"/>
              <a:ext cx="47481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seedmass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Triangle 44">
              <a:extLst>
                <a:ext uri="{FF2B5EF4-FFF2-40B4-BE49-F238E27FC236}">
                  <a16:creationId xmlns:a16="http://schemas.microsoft.com/office/drawing/2014/main" id="{5FA4621F-77B8-E11D-8207-6B2ADCF6B469}"/>
                </a:ext>
              </a:extLst>
            </p:cNvPr>
            <p:cNvSpPr/>
            <p:nvPr/>
          </p:nvSpPr>
          <p:spPr>
            <a:xfrm rot="5787901">
              <a:off x="6455181" y="74916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riangle 45">
              <a:extLst>
                <a:ext uri="{FF2B5EF4-FFF2-40B4-BE49-F238E27FC236}">
                  <a16:creationId xmlns:a16="http://schemas.microsoft.com/office/drawing/2014/main" id="{9C822913-7010-C641-91DB-A98941798FC9}"/>
                </a:ext>
              </a:extLst>
            </p:cNvPr>
            <p:cNvSpPr/>
            <p:nvPr/>
          </p:nvSpPr>
          <p:spPr>
            <a:xfrm rot="5220350">
              <a:off x="6451361" y="701650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riangle 46">
              <a:extLst>
                <a:ext uri="{FF2B5EF4-FFF2-40B4-BE49-F238E27FC236}">
                  <a16:creationId xmlns:a16="http://schemas.microsoft.com/office/drawing/2014/main" id="{CEFEF87A-1197-F66E-DA92-87B3905F1006}"/>
                </a:ext>
              </a:extLst>
            </p:cNvPr>
            <p:cNvSpPr/>
            <p:nvPr/>
          </p:nvSpPr>
          <p:spPr>
            <a:xfrm rot="199882">
              <a:off x="5883207" y="37855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riangle 47">
              <a:extLst>
                <a:ext uri="{FF2B5EF4-FFF2-40B4-BE49-F238E27FC236}">
                  <a16:creationId xmlns:a16="http://schemas.microsoft.com/office/drawing/2014/main" id="{B09423AB-8866-384C-02C7-51215500A63F}"/>
                </a:ext>
              </a:extLst>
            </p:cNvPr>
            <p:cNvSpPr/>
            <p:nvPr/>
          </p:nvSpPr>
          <p:spPr>
            <a:xfrm rot="14694118">
              <a:off x="5361091" y="885444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7EE4EBD-1603-C8F5-17A5-03A09AF93832}"/>
                </a:ext>
              </a:extLst>
            </p:cNvPr>
            <p:cNvSpPr txBox="1"/>
            <p:nvPr/>
          </p:nvSpPr>
          <p:spPr>
            <a:xfrm>
              <a:off x="6395799" y="573169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sla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9E95DA2-7139-547F-4142-90CA7B9DEBA1}"/>
                </a:ext>
              </a:extLst>
            </p:cNvPr>
            <p:cNvSpPr txBox="1"/>
            <p:nvPr/>
          </p:nvSpPr>
          <p:spPr>
            <a:xfrm>
              <a:off x="6296293" y="726819"/>
              <a:ext cx="357483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height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658E8F2-8EF8-7A58-5E98-48F16EA63EA1}"/>
                </a:ext>
              </a:extLst>
            </p:cNvPr>
            <p:cNvSpPr txBox="1"/>
            <p:nvPr/>
          </p:nvSpPr>
          <p:spPr>
            <a:xfrm>
              <a:off x="5106102" y="862457"/>
              <a:ext cx="531281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resprouting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AEA5AFE6-3EB5-D5DC-3D55-A8EE3D658241}"/>
              </a:ext>
            </a:extLst>
          </p:cNvPr>
          <p:cNvSpPr txBox="1"/>
          <p:nvPr/>
        </p:nvSpPr>
        <p:spPr>
          <a:xfrm>
            <a:off x="5653869" y="5480627"/>
            <a:ext cx="47481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Arial" panose="020B0604020202020204" pitchFamily="34" charset="0"/>
                <a:cs typeface="Arial" panose="020B0604020202020204" pitchFamily="34" charset="0"/>
              </a:rPr>
              <a:t>seedmass</a:t>
            </a:r>
            <a:endParaRPr lang="en-US" sz="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Triangle 62">
            <a:extLst>
              <a:ext uri="{FF2B5EF4-FFF2-40B4-BE49-F238E27FC236}">
                <a16:creationId xmlns:a16="http://schemas.microsoft.com/office/drawing/2014/main" id="{52D40838-7E16-1EAD-A58C-0713F8D3782C}"/>
              </a:ext>
            </a:extLst>
          </p:cNvPr>
          <p:cNvSpPr/>
          <p:nvPr/>
        </p:nvSpPr>
        <p:spPr>
          <a:xfrm rot="5787901">
            <a:off x="6454416" y="6015022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riangle 63">
            <a:extLst>
              <a:ext uri="{FF2B5EF4-FFF2-40B4-BE49-F238E27FC236}">
                <a16:creationId xmlns:a16="http://schemas.microsoft.com/office/drawing/2014/main" id="{A96CAC5B-33A2-31AE-F0AD-CF1AB08A70C1}"/>
              </a:ext>
            </a:extLst>
          </p:cNvPr>
          <p:cNvSpPr/>
          <p:nvPr/>
        </p:nvSpPr>
        <p:spPr>
          <a:xfrm rot="5220350">
            <a:off x="6450596" y="5967505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riangle 64">
            <a:extLst>
              <a:ext uri="{FF2B5EF4-FFF2-40B4-BE49-F238E27FC236}">
                <a16:creationId xmlns:a16="http://schemas.microsoft.com/office/drawing/2014/main" id="{A4654B33-A4CE-C7FE-1717-1D71880CE9D1}"/>
              </a:ext>
            </a:extLst>
          </p:cNvPr>
          <p:cNvSpPr/>
          <p:nvPr/>
        </p:nvSpPr>
        <p:spPr>
          <a:xfrm rot="199882">
            <a:off x="5882442" y="5644412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riangle 65">
            <a:extLst>
              <a:ext uri="{FF2B5EF4-FFF2-40B4-BE49-F238E27FC236}">
                <a16:creationId xmlns:a16="http://schemas.microsoft.com/office/drawing/2014/main" id="{F4F7A923-6302-D7BE-02ED-09488E31F1F4}"/>
              </a:ext>
            </a:extLst>
          </p:cNvPr>
          <p:cNvSpPr/>
          <p:nvPr/>
        </p:nvSpPr>
        <p:spPr>
          <a:xfrm rot="14694118">
            <a:off x="5360326" y="6151299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9F5E14-8633-E3FB-CD42-1CD44151A0CD}"/>
              </a:ext>
            </a:extLst>
          </p:cNvPr>
          <p:cNvSpPr txBox="1"/>
          <p:nvPr/>
        </p:nvSpPr>
        <p:spPr>
          <a:xfrm>
            <a:off x="6341059" y="5807605"/>
            <a:ext cx="26642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Arial" panose="020B0604020202020204" pitchFamily="34" charset="0"/>
                <a:cs typeface="Arial" panose="020B0604020202020204" pitchFamily="34" charset="0"/>
              </a:rPr>
              <a:t>sla</a:t>
            </a:r>
            <a:endParaRPr lang="en-US" sz="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CFAFBE5-7D02-04B1-E1D9-A0A4CF1A4E9C}"/>
              </a:ext>
            </a:extLst>
          </p:cNvPr>
          <p:cNvSpPr txBox="1"/>
          <p:nvPr/>
        </p:nvSpPr>
        <p:spPr>
          <a:xfrm>
            <a:off x="6295528" y="5991950"/>
            <a:ext cx="35748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B9C825D-9F48-EAA6-C995-42A8BACE7B82}"/>
              </a:ext>
            </a:extLst>
          </p:cNvPr>
          <p:cNvSpPr txBox="1"/>
          <p:nvPr/>
        </p:nvSpPr>
        <p:spPr>
          <a:xfrm>
            <a:off x="5105337" y="6128312"/>
            <a:ext cx="53128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resprouting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65486-6CD3-C2B5-2BF6-2D86A30D0CDA}"/>
              </a:ext>
            </a:extLst>
          </p:cNvPr>
          <p:cNvSpPr txBox="1"/>
          <p:nvPr/>
        </p:nvSpPr>
        <p:spPr>
          <a:xfrm>
            <a:off x="5105337" y="32763"/>
            <a:ext cx="68320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Stress = 0.192</a:t>
            </a:r>
          </a:p>
        </p:txBody>
      </p:sp>
    </p:spTree>
    <p:extLst>
      <p:ext uri="{BB962C8B-B14F-4D97-AF65-F5344CB8AC3E}">
        <p14:creationId xmlns:p14="http://schemas.microsoft.com/office/powerpoint/2010/main" val="3142779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86B4F01-2D9F-6A72-C1C8-ABDB5A72AA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2300" y="2680494"/>
            <a:ext cx="5867400" cy="2641600"/>
          </a:xfrm>
        </p:spPr>
      </p:pic>
    </p:spTree>
    <p:extLst>
      <p:ext uri="{BB962C8B-B14F-4D97-AF65-F5344CB8AC3E}">
        <p14:creationId xmlns:p14="http://schemas.microsoft.com/office/powerpoint/2010/main" val="4113966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24</Words>
  <Application>Microsoft Macintosh PowerPoint</Application>
  <PresentationFormat>Widescreen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Bromley, Fern Lorelei - (fernb)</dc:creator>
  <cp:lastModifiedBy>Bromley, Fern Lorelei - (fernb)</cp:lastModifiedBy>
  <cp:revision>10</cp:revision>
  <dcterms:created xsi:type="dcterms:W3CDTF">2025-10-23T15:42:47Z</dcterms:created>
  <dcterms:modified xsi:type="dcterms:W3CDTF">2025-12-03T19:58:03Z</dcterms:modified>
</cp:coreProperties>
</file>