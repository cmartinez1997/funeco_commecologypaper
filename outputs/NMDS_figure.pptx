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60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150"/>
    <p:restoredTop sz="94695"/>
  </p:normalViewPr>
  <p:slideViewPr>
    <p:cSldViewPr snapToGrid="0">
      <p:cViewPr>
        <p:scale>
          <a:sx n="111" d="100"/>
          <a:sy n="111" d="100"/>
        </p:scale>
        <p:origin x="472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6E7649-A075-9849-8836-20438D513992}" type="datetimeFigureOut">
              <a:rPr lang="en-US" smtClean="0"/>
              <a:t>11/3/25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F7C7A5-A7F9-CA41-8741-C05E7BC26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983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F7C7A5-A7F9-CA41-8741-C05E7BC2606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2834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B2218-FDE5-62D8-D795-0E51E31AD7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99B3DD-7FAA-188C-5736-CE078E7F66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021780-14C7-F649-BE92-D7416B645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BE709-D9C8-E34C-9A0A-EE4CF8A4664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2F53E-8C6D-A50D-C46B-D80870930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AFFF58-D444-F305-2EBB-45FF700CE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EA4C0-A160-2C44-BCC0-CDFACE4226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489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278DE-4896-6752-7A0B-6BC15CF70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6AEB9C-676D-3FDA-705A-3AEC659FDD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5EF933-B7F5-AC48-9373-FCC369126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BE709-D9C8-E34C-9A0A-EE4CF8A4664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CE5466-719D-21B2-7066-F85286FCC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9C0F16-D8A9-3C89-8D30-1F390E913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EA4C0-A160-2C44-BCC0-CDFACE4226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4281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78A52-8607-1EED-062D-5AB0FF74C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DC0A63-2595-57A0-81BF-D30DEA0E3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FBCFA0-ABD0-C65A-F0F8-3D6E078E2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BE709-D9C8-E34C-9A0A-EE4CF8A4664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F36B7B-D98A-97F3-C504-9CD53295B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F02704-A3FF-5357-08E9-723181722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EA4C0-A160-2C44-BCC0-CDFACE4226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334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27682-E3F2-3864-8EA6-5718CF23A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FC2543-1C91-DCEF-EDD8-5C3A94FA51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C2C2BD-B6A7-F8CA-F489-0D08A5C8BC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AC2D3F-8776-90CF-801B-51C19A4E75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BE709-D9C8-E34C-9A0A-EE4CF8A4664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E085F9-AE19-2C4B-658E-2AF418011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1C4EC7-2905-82A6-C077-31897FE04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EA4C0-A160-2C44-BCC0-CDFACE4226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973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4A0AB-6444-1441-E858-48C7BD5E8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E8BF38-DEFF-3D09-0210-11CF134E79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BAA4DD-31B5-E7FB-BB47-100E25BCD9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42407D-4F57-804A-A6C0-EB873536E3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B4B266-035C-0C65-E5E2-0A5FD969FB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BFF083-0FB5-D224-5F73-3D0D6F542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BE709-D9C8-E34C-9A0A-EE4CF8A4664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3DB83B-75D6-6956-322F-989B4C75C2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F09973-2B46-838C-F5FB-E47ED0150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EA4C0-A160-2C44-BCC0-CDFACE4226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558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6FAE8-560C-22DA-480B-E40363282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C008388-A2D7-59C0-D7D4-C1C0272E5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BE709-D9C8-E34C-9A0A-EE4CF8A4664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7BC05A-0976-9EBF-0B5E-5D3B71D39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40D23E-9654-A67C-329D-F4E7737C1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EA4C0-A160-2C44-BCC0-CDFACE4226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489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156E33-2E29-0DBC-3819-4EC13F3A2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BE709-D9C8-E34C-9A0A-EE4CF8A4664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0E0FBB-B4BC-88A9-812B-B8AA17B3E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FE6D2F-5591-6E16-4E84-48F1CABF2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EA4C0-A160-2C44-BCC0-CDFACE4226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424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E4AE3-ABED-7AD1-C1DB-3DEB8C157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0865CE-DADC-429D-1CA5-C99E443AE0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0C189F-928D-4AB0-5983-4E886D4E5F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BB0474-0D41-B715-3C07-D3B5A385F3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BE709-D9C8-E34C-9A0A-EE4CF8A4664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636339-F877-7441-65B3-F76EE3A1E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CD5E4F-5A0D-6F53-AC0E-F4FE52134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EA4C0-A160-2C44-BCC0-CDFACE4226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3532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5A2D0-C0AC-7AA2-C3DB-F954B9CFF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1ED042-F3E5-02FE-0684-41CCAEC10D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1C7A51-BC2A-CA9E-5787-69AC5FF5E4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BCF20E-63F3-6BAE-B38E-315D27959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BE709-D9C8-E34C-9A0A-EE4CF8A4664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FCC7D6-5532-846F-DD35-7D70ACE40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09371B-50B5-4567-5334-241B2A48A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EA4C0-A160-2C44-BCC0-CDFACE4226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682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51DEC-4291-D014-9968-ABB058B15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164BDE-3C88-102B-F85A-0FDBAE2BF6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A102D1-BCA9-A71C-F13A-8EA7B83CF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BE709-D9C8-E34C-9A0A-EE4CF8A4664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ACDD63-3F2C-DBAC-18A2-10E3770AC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3F8CEE-9B38-E4E5-814A-F04A16A73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EA4C0-A160-2C44-BCC0-CDFACE4226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254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B4E49E-3638-2645-B75D-272026EBBE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FE7236-15B3-6BE1-2428-524962A5E0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19E1B9-E3A5-F828-3317-8ACAE8D48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BE709-D9C8-E34C-9A0A-EE4CF8A4664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D638B7-3312-B295-55F4-9ED3BF675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74A818-8791-CC3D-5586-707F8B957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EA4C0-A160-2C44-BCC0-CDFACE4226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818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5001E5-14C8-5FBC-D1E7-0ED93CF45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1E75E0-F070-01BB-86A5-6B27CC457B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1BFBA9-6862-94DA-02BA-035A3B3311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0BE709-D9C8-E34C-9A0A-EE4CF8A4664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448B11-417A-5A04-8790-C3E4BA216B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025D27-2E56-A8A2-1F04-A49DE33384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BEA4C0-A160-2C44-BCC0-CDFACE4226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1378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0A53B5B-2154-023D-C417-62924D78E5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5850" y="0"/>
            <a:ext cx="2400300" cy="685800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66FE40AC-4604-015E-ABC2-78D34B3B80E6}"/>
              </a:ext>
            </a:extLst>
          </p:cNvPr>
          <p:cNvGrpSpPr/>
          <p:nvPr/>
        </p:nvGrpSpPr>
        <p:grpSpPr>
          <a:xfrm>
            <a:off x="5106102" y="214772"/>
            <a:ext cx="1547674" cy="816962"/>
            <a:chOff x="5106102" y="214772"/>
            <a:chExt cx="1547674" cy="81696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6F11EB4-B956-710F-B147-5896BB1DD940}"/>
                </a:ext>
              </a:extLst>
            </p:cNvPr>
            <p:cNvSpPr txBox="1"/>
            <p:nvPr/>
          </p:nvSpPr>
          <p:spPr>
            <a:xfrm>
              <a:off x="5654634" y="214772"/>
              <a:ext cx="47481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dirty="0" err="1">
                  <a:latin typeface="Arial" panose="020B0604020202020204" pitchFamily="34" charset="0"/>
                  <a:cs typeface="Arial" panose="020B0604020202020204" pitchFamily="34" charset="0"/>
                </a:rPr>
                <a:t>seedmass</a:t>
              </a:r>
              <a:endParaRPr lang="en-US" sz="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riangle 5">
              <a:extLst>
                <a:ext uri="{FF2B5EF4-FFF2-40B4-BE49-F238E27FC236}">
                  <a16:creationId xmlns:a16="http://schemas.microsoft.com/office/drawing/2014/main" id="{AB8D1612-573A-56BA-3F48-D4A7771B50E3}"/>
                </a:ext>
              </a:extLst>
            </p:cNvPr>
            <p:cNvSpPr/>
            <p:nvPr/>
          </p:nvSpPr>
          <p:spPr>
            <a:xfrm rot="5787901">
              <a:off x="6455181" y="749167"/>
              <a:ext cx="9144" cy="914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riangle 6">
              <a:extLst>
                <a:ext uri="{FF2B5EF4-FFF2-40B4-BE49-F238E27FC236}">
                  <a16:creationId xmlns:a16="http://schemas.microsoft.com/office/drawing/2014/main" id="{FA94B869-4A58-C2BF-641E-C65703655262}"/>
                </a:ext>
              </a:extLst>
            </p:cNvPr>
            <p:cNvSpPr/>
            <p:nvPr/>
          </p:nvSpPr>
          <p:spPr>
            <a:xfrm rot="5220350">
              <a:off x="6451361" y="701650"/>
              <a:ext cx="9144" cy="914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riangle 7">
              <a:extLst>
                <a:ext uri="{FF2B5EF4-FFF2-40B4-BE49-F238E27FC236}">
                  <a16:creationId xmlns:a16="http://schemas.microsoft.com/office/drawing/2014/main" id="{7B4683AD-9A47-03D9-B7FF-F3154310E206}"/>
                </a:ext>
              </a:extLst>
            </p:cNvPr>
            <p:cNvSpPr/>
            <p:nvPr/>
          </p:nvSpPr>
          <p:spPr>
            <a:xfrm rot="199882">
              <a:off x="5883207" y="378557"/>
              <a:ext cx="9144" cy="914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riangle 8">
              <a:extLst>
                <a:ext uri="{FF2B5EF4-FFF2-40B4-BE49-F238E27FC236}">
                  <a16:creationId xmlns:a16="http://schemas.microsoft.com/office/drawing/2014/main" id="{21C04485-20C7-C72F-5764-E46A875468D8}"/>
                </a:ext>
              </a:extLst>
            </p:cNvPr>
            <p:cNvSpPr/>
            <p:nvPr/>
          </p:nvSpPr>
          <p:spPr>
            <a:xfrm rot="14694118">
              <a:off x="5361091" y="885444"/>
              <a:ext cx="9144" cy="914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DB6CE2C-8A06-3942-4FD7-20EE1F400765}"/>
                </a:ext>
              </a:extLst>
            </p:cNvPr>
            <p:cNvSpPr txBox="1"/>
            <p:nvPr/>
          </p:nvSpPr>
          <p:spPr>
            <a:xfrm>
              <a:off x="6341824" y="541750"/>
              <a:ext cx="26642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dirty="0" err="1">
                  <a:latin typeface="Arial" panose="020B0604020202020204" pitchFamily="34" charset="0"/>
                  <a:cs typeface="Arial" panose="020B0604020202020204" pitchFamily="34" charset="0"/>
                </a:rPr>
                <a:t>sla</a:t>
              </a:r>
              <a:endParaRPr lang="en-US" sz="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322C836-AB98-58BB-0433-3262C168CB2A}"/>
                </a:ext>
              </a:extLst>
            </p:cNvPr>
            <p:cNvSpPr txBox="1"/>
            <p:nvPr/>
          </p:nvSpPr>
          <p:spPr>
            <a:xfrm>
              <a:off x="6296293" y="726819"/>
              <a:ext cx="357483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height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046AAFA-D448-A7B5-5DB8-965FAAA57A34}"/>
                </a:ext>
              </a:extLst>
            </p:cNvPr>
            <p:cNvSpPr txBox="1"/>
            <p:nvPr/>
          </p:nvSpPr>
          <p:spPr>
            <a:xfrm>
              <a:off x="5106102" y="862457"/>
              <a:ext cx="531281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resprouting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512674-C7B8-AA40-5367-4D2722DE0B99}"/>
              </a:ext>
            </a:extLst>
          </p:cNvPr>
          <p:cNvGrpSpPr/>
          <p:nvPr/>
        </p:nvGrpSpPr>
        <p:grpSpPr>
          <a:xfrm>
            <a:off x="5106102" y="1532397"/>
            <a:ext cx="1547674" cy="816962"/>
            <a:chOff x="5106102" y="214772"/>
            <a:chExt cx="1547674" cy="81696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5342D1C-0C55-3200-C470-D713DB4E6522}"/>
                </a:ext>
              </a:extLst>
            </p:cNvPr>
            <p:cNvSpPr txBox="1"/>
            <p:nvPr/>
          </p:nvSpPr>
          <p:spPr>
            <a:xfrm>
              <a:off x="5654634" y="214772"/>
              <a:ext cx="47481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dirty="0" err="1">
                  <a:latin typeface="Arial" panose="020B0604020202020204" pitchFamily="34" charset="0"/>
                  <a:cs typeface="Arial" panose="020B0604020202020204" pitchFamily="34" charset="0"/>
                </a:rPr>
                <a:t>seedmass</a:t>
              </a:r>
              <a:endParaRPr lang="en-US" sz="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Triangle 17">
              <a:extLst>
                <a:ext uri="{FF2B5EF4-FFF2-40B4-BE49-F238E27FC236}">
                  <a16:creationId xmlns:a16="http://schemas.microsoft.com/office/drawing/2014/main" id="{1DE3815C-8583-03EC-1096-43EBF6A9A534}"/>
                </a:ext>
              </a:extLst>
            </p:cNvPr>
            <p:cNvSpPr/>
            <p:nvPr/>
          </p:nvSpPr>
          <p:spPr>
            <a:xfrm rot="5787901">
              <a:off x="6455181" y="749167"/>
              <a:ext cx="9144" cy="914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riangle 18">
              <a:extLst>
                <a:ext uri="{FF2B5EF4-FFF2-40B4-BE49-F238E27FC236}">
                  <a16:creationId xmlns:a16="http://schemas.microsoft.com/office/drawing/2014/main" id="{85EE5219-9C68-CCEA-89EB-FCBD42077BD7}"/>
                </a:ext>
              </a:extLst>
            </p:cNvPr>
            <p:cNvSpPr/>
            <p:nvPr/>
          </p:nvSpPr>
          <p:spPr>
            <a:xfrm rot="5220350">
              <a:off x="6451361" y="701650"/>
              <a:ext cx="9144" cy="914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riangle 19">
              <a:extLst>
                <a:ext uri="{FF2B5EF4-FFF2-40B4-BE49-F238E27FC236}">
                  <a16:creationId xmlns:a16="http://schemas.microsoft.com/office/drawing/2014/main" id="{24B783F0-AE7B-8421-0632-B55EB0BD6338}"/>
                </a:ext>
              </a:extLst>
            </p:cNvPr>
            <p:cNvSpPr/>
            <p:nvPr/>
          </p:nvSpPr>
          <p:spPr>
            <a:xfrm rot="199882">
              <a:off x="5883207" y="378557"/>
              <a:ext cx="9144" cy="914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riangle 20">
              <a:extLst>
                <a:ext uri="{FF2B5EF4-FFF2-40B4-BE49-F238E27FC236}">
                  <a16:creationId xmlns:a16="http://schemas.microsoft.com/office/drawing/2014/main" id="{BA222462-51C2-6DE1-27A6-BF0846211372}"/>
                </a:ext>
              </a:extLst>
            </p:cNvPr>
            <p:cNvSpPr/>
            <p:nvPr/>
          </p:nvSpPr>
          <p:spPr>
            <a:xfrm rot="14694118">
              <a:off x="5361091" y="885444"/>
              <a:ext cx="9144" cy="914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24F80CF-B600-64C1-ADA7-49EEDD0F75C6}"/>
                </a:ext>
              </a:extLst>
            </p:cNvPr>
            <p:cNvSpPr txBox="1"/>
            <p:nvPr/>
          </p:nvSpPr>
          <p:spPr>
            <a:xfrm>
              <a:off x="6341824" y="541750"/>
              <a:ext cx="26642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dirty="0" err="1">
                  <a:latin typeface="Arial" panose="020B0604020202020204" pitchFamily="34" charset="0"/>
                  <a:cs typeface="Arial" panose="020B0604020202020204" pitchFamily="34" charset="0"/>
                </a:rPr>
                <a:t>sla</a:t>
              </a:r>
              <a:endParaRPr lang="en-US" sz="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AA0FC0F-77D0-D034-92F9-5E433634A414}"/>
                </a:ext>
              </a:extLst>
            </p:cNvPr>
            <p:cNvSpPr txBox="1"/>
            <p:nvPr/>
          </p:nvSpPr>
          <p:spPr>
            <a:xfrm>
              <a:off x="6296293" y="726819"/>
              <a:ext cx="357483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height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24C491E-6DEA-9156-9FD8-848B3227C611}"/>
                </a:ext>
              </a:extLst>
            </p:cNvPr>
            <p:cNvSpPr txBox="1"/>
            <p:nvPr/>
          </p:nvSpPr>
          <p:spPr>
            <a:xfrm>
              <a:off x="5106102" y="862457"/>
              <a:ext cx="531281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resprouting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D443F6D6-2625-40AF-3EFD-415DAD87F94A}"/>
              </a:ext>
            </a:extLst>
          </p:cNvPr>
          <p:cNvSpPr txBox="1"/>
          <p:nvPr/>
        </p:nvSpPr>
        <p:spPr>
          <a:xfrm>
            <a:off x="5654034" y="2846112"/>
            <a:ext cx="47481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 err="1">
                <a:latin typeface="Arial" panose="020B0604020202020204" pitchFamily="34" charset="0"/>
                <a:cs typeface="Arial" panose="020B0604020202020204" pitchFamily="34" charset="0"/>
              </a:rPr>
              <a:t>seedmass</a:t>
            </a:r>
            <a:endParaRPr lang="en-US" sz="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riangle 35">
            <a:extLst>
              <a:ext uri="{FF2B5EF4-FFF2-40B4-BE49-F238E27FC236}">
                <a16:creationId xmlns:a16="http://schemas.microsoft.com/office/drawing/2014/main" id="{F28E8585-3BE9-5B11-B05D-DDADFB5246BA}"/>
              </a:ext>
            </a:extLst>
          </p:cNvPr>
          <p:cNvSpPr/>
          <p:nvPr/>
        </p:nvSpPr>
        <p:spPr>
          <a:xfrm rot="5787901">
            <a:off x="6454581" y="3380507"/>
            <a:ext cx="9144" cy="9144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riangle 36">
            <a:extLst>
              <a:ext uri="{FF2B5EF4-FFF2-40B4-BE49-F238E27FC236}">
                <a16:creationId xmlns:a16="http://schemas.microsoft.com/office/drawing/2014/main" id="{66D46845-EDEE-0B12-190C-09994608967B}"/>
              </a:ext>
            </a:extLst>
          </p:cNvPr>
          <p:cNvSpPr/>
          <p:nvPr/>
        </p:nvSpPr>
        <p:spPr>
          <a:xfrm rot="5220350">
            <a:off x="6453936" y="3332990"/>
            <a:ext cx="9144" cy="9144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riangle 37">
            <a:extLst>
              <a:ext uri="{FF2B5EF4-FFF2-40B4-BE49-F238E27FC236}">
                <a16:creationId xmlns:a16="http://schemas.microsoft.com/office/drawing/2014/main" id="{2D30B40B-1891-4F12-E30E-07BC9A6FB529}"/>
              </a:ext>
            </a:extLst>
          </p:cNvPr>
          <p:cNvSpPr/>
          <p:nvPr/>
        </p:nvSpPr>
        <p:spPr>
          <a:xfrm rot="199882">
            <a:off x="5882607" y="3009897"/>
            <a:ext cx="9144" cy="9144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riangle 38">
            <a:extLst>
              <a:ext uri="{FF2B5EF4-FFF2-40B4-BE49-F238E27FC236}">
                <a16:creationId xmlns:a16="http://schemas.microsoft.com/office/drawing/2014/main" id="{93872BAB-B3EE-112F-4D23-2E6776709399}"/>
              </a:ext>
            </a:extLst>
          </p:cNvPr>
          <p:cNvSpPr/>
          <p:nvPr/>
        </p:nvSpPr>
        <p:spPr>
          <a:xfrm rot="14694118">
            <a:off x="5360491" y="3516784"/>
            <a:ext cx="9144" cy="9144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6C451B8-9357-89D8-E595-BAEC98CB7732}"/>
              </a:ext>
            </a:extLst>
          </p:cNvPr>
          <p:cNvSpPr txBox="1"/>
          <p:nvPr/>
        </p:nvSpPr>
        <p:spPr>
          <a:xfrm>
            <a:off x="6369559" y="3190523"/>
            <a:ext cx="26642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 err="1">
                <a:latin typeface="Arial" panose="020B0604020202020204" pitchFamily="34" charset="0"/>
                <a:cs typeface="Arial" panose="020B0604020202020204" pitchFamily="34" charset="0"/>
              </a:rPr>
              <a:t>sla</a:t>
            </a:r>
            <a:endParaRPr lang="en-US" sz="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C455E5F-FB36-0F71-CB0A-35F81E6870E0}"/>
              </a:ext>
            </a:extLst>
          </p:cNvPr>
          <p:cNvSpPr txBox="1"/>
          <p:nvPr/>
        </p:nvSpPr>
        <p:spPr>
          <a:xfrm>
            <a:off x="6376477" y="3354995"/>
            <a:ext cx="357483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height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FEF854-53BA-FC07-2795-E7F84E5A5898}"/>
              </a:ext>
            </a:extLst>
          </p:cNvPr>
          <p:cNvSpPr txBox="1"/>
          <p:nvPr/>
        </p:nvSpPr>
        <p:spPr>
          <a:xfrm>
            <a:off x="5105502" y="3493797"/>
            <a:ext cx="531281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resprouting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2D27B9A-1625-F4D6-6F91-9F68AE8A8D61}"/>
              </a:ext>
            </a:extLst>
          </p:cNvPr>
          <p:cNvGrpSpPr/>
          <p:nvPr/>
        </p:nvGrpSpPr>
        <p:grpSpPr>
          <a:xfrm>
            <a:off x="5105337" y="4163737"/>
            <a:ext cx="1556117" cy="816962"/>
            <a:chOff x="5106102" y="214772"/>
            <a:chExt cx="1556117" cy="81696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829A2D17-A8B5-7DA6-118B-BD667C6ACBD3}"/>
                </a:ext>
              </a:extLst>
            </p:cNvPr>
            <p:cNvSpPr txBox="1"/>
            <p:nvPr/>
          </p:nvSpPr>
          <p:spPr>
            <a:xfrm>
              <a:off x="5654634" y="214772"/>
              <a:ext cx="47481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dirty="0" err="1">
                  <a:latin typeface="Arial" panose="020B0604020202020204" pitchFamily="34" charset="0"/>
                  <a:cs typeface="Arial" panose="020B0604020202020204" pitchFamily="34" charset="0"/>
                </a:rPr>
                <a:t>seedmass</a:t>
              </a:r>
              <a:endParaRPr lang="en-US" sz="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5" name="Triangle 44">
              <a:extLst>
                <a:ext uri="{FF2B5EF4-FFF2-40B4-BE49-F238E27FC236}">
                  <a16:creationId xmlns:a16="http://schemas.microsoft.com/office/drawing/2014/main" id="{F3FF4CA2-F4DF-DB53-B6F2-98625E02793E}"/>
                </a:ext>
              </a:extLst>
            </p:cNvPr>
            <p:cNvSpPr/>
            <p:nvPr/>
          </p:nvSpPr>
          <p:spPr>
            <a:xfrm rot="5787901">
              <a:off x="6455181" y="749167"/>
              <a:ext cx="9144" cy="914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Triangle 45">
              <a:extLst>
                <a:ext uri="{FF2B5EF4-FFF2-40B4-BE49-F238E27FC236}">
                  <a16:creationId xmlns:a16="http://schemas.microsoft.com/office/drawing/2014/main" id="{344B5D71-22D6-940A-D1D6-4B4D54956BE7}"/>
                </a:ext>
              </a:extLst>
            </p:cNvPr>
            <p:cNvSpPr/>
            <p:nvPr/>
          </p:nvSpPr>
          <p:spPr>
            <a:xfrm rot="5220350">
              <a:off x="6451361" y="701650"/>
              <a:ext cx="9144" cy="914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Triangle 46">
              <a:extLst>
                <a:ext uri="{FF2B5EF4-FFF2-40B4-BE49-F238E27FC236}">
                  <a16:creationId xmlns:a16="http://schemas.microsoft.com/office/drawing/2014/main" id="{13A11604-9811-DA4D-BAAA-74CEC997B612}"/>
                </a:ext>
              </a:extLst>
            </p:cNvPr>
            <p:cNvSpPr/>
            <p:nvPr/>
          </p:nvSpPr>
          <p:spPr>
            <a:xfrm rot="199882">
              <a:off x="5883207" y="378557"/>
              <a:ext cx="9144" cy="914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Triangle 47">
              <a:extLst>
                <a:ext uri="{FF2B5EF4-FFF2-40B4-BE49-F238E27FC236}">
                  <a16:creationId xmlns:a16="http://schemas.microsoft.com/office/drawing/2014/main" id="{18926FCF-10EC-2036-E7AC-17701D905915}"/>
                </a:ext>
              </a:extLst>
            </p:cNvPr>
            <p:cNvSpPr/>
            <p:nvPr/>
          </p:nvSpPr>
          <p:spPr>
            <a:xfrm rot="14694118">
              <a:off x="5361091" y="885444"/>
              <a:ext cx="9144" cy="914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D2CFD182-D791-E7A2-8B54-EDF948F803D7}"/>
                </a:ext>
              </a:extLst>
            </p:cNvPr>
            <p:cNvSpPr txBox="1"/>
            <p:nvPr/>
          </p:nvSpPr>
          <p:spPr>
            <a:xfrm>
              <a:off x="6395799" y="573169"/>
              <a:ext cx="26642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dirty="0" err="1">
                  <a:latin typeface="Arial" panose="020B0604020202020204" pitchFamily="34" charset="0"/>
                  <a:cs typeface="Arial" panose="020B0604020202020204" pitchFamily="34" charset="0"/>
                </a:rPr>
                <a:t>sla</a:t>
              </a:r>
              <a:endParaRPr lang="en-US" sz="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D74995E3-0E3A-F4D5-5708-366D42CA7711}"/>
                </a:ext>
              </a:extLst>
            </p:cNvPr>
            <p:cNvSpPr txBox="1"/>
            <p:nvPr/>
          </p:nvSpPr>
          <p:spPr>
            <a:xfrm>
              <a:off x="6296293" y="726819"/>
              <a:ext cx="357483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height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56EA38EE-D402-1290-F174-82B4D80DE706}"/>
                </a:ext>
              </a:extLst>
            </p:cNvPr>
            <p:cNvSpPr txBox="1"/>
            <p:nvPr/>
          </p:nvSpPr>
          <p:spPr>
            <a:xfrm>
              <a:off x="5106102" y="862457"/>
              <a:ext cx="531281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resprouting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903F9A38-DC3E-1E35-35D9-16DE7EBC612D}"/>
              </a:ext>
            </a:extLst>
          </p:cNvPr>
          <p:cNvSpPr txBox="1"/>
          <p:nvPr/>
        </p:nvSpPr>
        <p:spPr>
          <a:xfrm>
            <a:off x="5653869" y="5480627"/>
            <a:ext cx="47481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 err="1">
                <a:latin typeface="Arial" panose="020B0604020202020204" pitchFamily="34" charset="0"/>
                <a:cs typeface="Arial" panose="020B0604020202020204" pitchFamily="34" charset="0"/>
              </a:rPr>
              <a:t>seedmass</a:t>
            </a:r>
            <a:endParaRPr lang="en-US" sz="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3" name="Triangle 62">
            <a:extLst>
              <a:ext uri="{FF2B5EF4-FFF2-40B4-BE49-F238E27FC236}">
                <a16:creationId xmlns:a16="http://schemas.microsoft.com/office/drawing/2014/main" id="{A50C3F5F-0E3F-45BC-E27B-BDE599A86221}"/>
              </a:ext>
            </a:extLst>
          </p:cNvPr>
          <p:cNvSpPr/>
          <p:nvPr/>
        </p:nvSpPr>
        <p:spPr>
          <a:xfrm rot="5787901">
            <a:off x="6454416" y="6015022"/>
            <a:ext cx="9144" cy="9144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riangle 63">
            <a:extLst>
              <a:ext uri="{FF2B5EF4-FFF2-40B4-BE49-F238E27FC236}">
                <a16:creationId xmlns:a16="http://schemas.microsoft.com/office/drawing/2014/main" id="{393D8C70-6E1D-8983-E5BD-6A8524C56B9B}"/>
              </a:ext>
            </a:extLst>
          </p:cNvPr>
          <p:cNvSpPr/>
          <p:nvPr/>
        </p:nvSpPr>
        <p:spPr>
          <a:xfrm rot="5220350">
            <a:off x="6450596" y="5967505"/>
            <a:ext cx="9144" cy="9144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riangle 64">
            <a:extLst>
              <a:ext uri="{FF2B5EF4-FFF2-40B4-BE49-F238E27FC236}">
                <a16:creationId xmlns:a16="http://schemas.microsoft.com/office/drawing/2014/main" id="{461CD3BF-3FA3-3140-1D74-323AB8CE4E65}"/>
              </a:ext>
            </a:extLst>
          </p:cNvPr>
          <p:cNvSpPr/>
          <p:nvPr/>
        </p:nvSpPr>
        <p:spPr>
          <a:xfrm rot="199882">
            <a:off x="5882442" y="5644412"/>
            <a:ext cx="9144" cy="9144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riangle 65">
            <a:extLst>
              <a:ext uri="{FF2B5EF4-FFF2-40B4-BE49-F238E27FC236}">
                <a16:creationId xmlns:a16="http://schemas.microsoft.com/office/drawing/2014/main" id="{818D10D0-EE40-0F65-9424-E6C5F72BF1DD}"/>
              </a:ext>
            </a:extLst>
          </p:cNvPr>
          <p:cNvSpPr/>
          <p:nvPr/>
        </p:nvSpPr>
        <p:spPr>
          <a:xfrm rot="14694118">
            <a:off x="5360326" y="6151299"/>
            <a:ext cx="9144" cy="9144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5E5789A-1C51-ED5A-09F9-C55CF7FB8532}"/>
              </a:ext>
            </a:extLst>
          </p:cNvPr>
          <p:cNvSpPr txBox="1"/>
          <p:nvPr/>
        </p:nvSpPr>
        <p:spPr>
          <a:xfrm>
            <a:off x="6341059" y="5807605"/>
            <a:ext cx="26642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 err="1">
                <a:latin typeface="Arial" panose="020B0604020202020204" pitchFamily="34" charset="0"/>
                <a:cs typeface="Arial" panose="020B0604020202020204" pitchFamily="34" charset="0"/>
              </a:rPr>
              <a:t>sla</a:t>
            </a:r>
            <a:endParaRPr lang="en-US" sz="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B111A5E-ED0E-9F86-6B12-0F720BB9F583}"/>
              </a:ext>
            </a:extLst>
          </p:cNvPr>
          <p:cNvSpPr txBox="1"/>
          <p:nvPr/>
        </p:nvSpPr>
        <p:spPr>
          <a:xfrm>
            <a:off x="6295528" y="5991950"/>
            <a:ext cx="357483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height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8F01883-B82F-C7DA-0DD5-3C83C4A532E6}"/>
              </a:ext>
            </a:extLst>
          </p:cNvPr>
          <p:cNvSpPr txBox="1"/>
          <p:nvPr/>
        </p:nvSpPr>
        <p:spPr>
          <a:xfrm>
            <a:off x="5105337" y="6128312"/>
            <a:ext cx="531281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resprouting</a:t>
            </a:r>
          </a:p>
        </p:txBody>
      </p:sp>
    </p:spTree>
    <p:extLst>
      <p:ext uri="{BB962C8B-B14F-4D97-AF65-F5344CB8AC3E}">
        <p14:creationId xmlns:p14="http://schemas.microsoft.com/office/powerpoint/2010/main" val="3985900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1153</TotalTime>
  <Words>21</Words>
  <Application>Microsoft Macintosh PowerPoint</Application>
  <PresentationFormat>Widescreen</PresentationFormat>
  <Paragraphs>21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Bromley, Fern Lorelei - (fernb)</dc:creator>
  <cp:lastModifiedBy>Bromley, Fern Lorelei - (fernb)</cp:lastModifiedBy>
  <cp:revision>9</cp:revision>
  <dcterms:created xsi:type="dcterms:W3CDTF">2025-10-23T15:42:47Z</dcterms:created>
  <dcterms:modified xsi:type="dcterms:W3CDTF">2025-11-03T16:56:38Z</dcterms:modified>
</cp:coreProperties>
</file>